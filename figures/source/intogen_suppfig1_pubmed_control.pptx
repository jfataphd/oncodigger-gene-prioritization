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648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3657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088" y="320040"/>
            <a:ext cx="53035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</a:rPr>
              <a:t>Composition of each OncoDigger top-10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1597456" y="704088"/>
            <a:ext cx="5486" cy="2866644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3616452"/>
            <a:ext cx="3657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2400" y="704088"/>
            <a:ext cx="5486" cy="2866644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12263" y="3616452"/>
            <a:ext cx="3657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2987344" y="704088"/>
            <a:ext cx="5486" cy="2866644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7208" y="3616452"/>
            <a:ext cx="3657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82288" y="704088"/>
            <a:ext cx="5486" cy="2866644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1" y="3616452"/>
            <a:ext cx="3657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7232" y="704088"/>
            <a:ext cx="5486" cy="2866644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7096" y="3616452"/>
            <a:ext cx="3657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2176" y="704088"/>
            <a:ext cx="5486" cy="2866644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616452"/>
            <a:ext cx="3657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722376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Lymphoma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731520"/>
            <a:ext cx="347472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47672" y="731520"/>
            <a:ext cx="3127247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873252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Kidney Cancer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882396"/>
            <a:ext cx="347472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47672" y="882396"/>
            <a:ext cx="2779776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27448" y="882396"/>
            <a:ext cx="347472" cy="11887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1024128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Melanoma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033272"/>
            <a:ext cx="694944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95144" y="1033272"/>
            <a:ext cx="2779776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175004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Bladder Cancer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1184148"/>
            <a:ext cx="1042415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42615" y="1184148"/>
            <a:ext cx="2432303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1325880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Leukemia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335024"/>
            <a:ext cx="1042415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42615" y="1335024"/>
            <a:ext cx="2432303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1476756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Prostate Cancer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00200" y="1485900"/>
            <a:ext cx="1042415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42615" y="1485900"/>
            <a:ext cx="2084831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27448" y="1485900"/>
            <a:ext cx="347472" cy="11887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1627632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Breast Cancer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00200" y="1636776"/>
            <a:ext cx="1389888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90088" y="1636776"/>
            <a:ext cx="2084831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1778508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Cervical Cancer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00200" y="1787652"/>
            <a:ext cx="1389888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90088" y="1787652"/>
            <a:ext cx="2084831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1929384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Brain Cancer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00200" y="1938528"/>
            <a:ext cx="1389888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90088" y="1938528"/>
            <a:ext cx="1737360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7448" y="1938528"/>
            <a:ext cx="347472" cy="11887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2080260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Myeloma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00200" y="2089404"/>
            <a:ext cx="1389888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2089404"/>
            <a:ext cx="1737360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27448" y="2089404"/>
            <a:ext cx="347472" cy="11887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2231136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Endometrial Cancer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00200" y="2240280"/>
            <a:ext cx="1389888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990088" y="2240280"/>
            <a:ext cx="1042415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32504" y="2240280"/>
            <a:ext cx="1042415" cy="11887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2382012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Lung Cancer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00200" y="2391156"/>
            <a:ext cx="1737360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37560" y="2391156"/>
            <a:ext cx="1737360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2532888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Pancreatic Cancer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2542032"/>
            <a:ext cx="1737360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37560" y="2542032"/>
            <a:ext cx="1737360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2683764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Stomach Cancer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00200" y="2692908"/>
            <a:ext cx="1737360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37560" y="2692908"/>
            <a:ext cx="1737360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2834640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Thyroid Cancer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2843784"/>
            <a:ext cx="1737360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337560" y="2843784"/>
            <a:ext cx="1737360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2985516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Esophageal Cancer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00200" y="2994660"/>
            <a:ext cx="2084831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85031" y="2994660"/>
            <a:ext cx="1389888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3136392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Liver Cancer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145536"/>
            <a:ext cx="2084831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85031" y="3145536"/>
            <a:ext cx="1042415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27447" y="3145536"/>
            <a:ext cx="347472" cy="11887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0040" y="3287268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Colorectal Cancer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3296412"/>
            <a:ext cx="2084831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85031" y="3296412"/>
            <a:ext cx="347472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032503" y="3296412"/>
            <a:ext cx="1042415" cy="11887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3438144"/>
            <a:ext cx="1207007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222222"/>
                </a:solidFill>
                <a:latin typeface="Arial"/>
              </a:rPr>
              <a:t>Ovarian Cancer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00200" y="3447288"/>
            <a:ext cx="2432303" cy="118872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032504" y="3447288"/>
            <a:ext cx="694944" cy="11887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27448" y="3447288"/>
            <a:ext cx="347472" cy="11887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00200" y="3781044"/>
            <a:ext cx="34747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Arial"/>
              </a:rPr>
              <a:t>Genes in OncoDigger top-10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055364"/>
            <a:ext cx="109728" cy="109728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764792" y="4037076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Shared with pooled-corpus top-10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00200" y="4238244"/>
            <a:ext cx="109728" cy="10972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764792" y="4219956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Cancer-specific, IntOGen driver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00200" y="4421124"/>
            <a:ext cx="109728" cy="109728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764792" y="4402836"/>
            <a:ext cx="2743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Cancer-specific, not IntOGen driver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0040" y="4558284"/>
            <a:ext cx="3657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</a:rPr>
              <a:t>(B)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4088" y="4558284"/>
            <a:ext cx="530352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</a:rPr>
              <a:t>Similarity between cancer top-10 lists (Jaccard)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0040" y="4924044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Lymphoma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234440" y="4924044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403604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572768" y="4924044"/>
            <a:ext cx="169164" cy="1691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741932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911095" y="492404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80260" y="492404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249424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418588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587752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756916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926080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095244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264408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433572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602736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771900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941064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110228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279392" y="492404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20040" y="5093208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Kidney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34440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403604" y="5093208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572768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741932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911095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080260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49424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418588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587752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756916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926080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095244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264408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433572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602736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71900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941064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10228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79392" y="509320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20040" y="5262372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Melanoma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234440" y="5262372"/>
            <a:ext cx="169164" cy="1691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403604" y="526237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572768" y="5262372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741932" y="526237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911095" y="526237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080260" y="5262372"/>
            <a:ext cx="169164" cy="1691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249424" y="5262372"/>
            <a:ext cx="169164" cy="1691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418588" y="5262372"/>
            <a:ext cx="169164" cy="1691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587752" y="526237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756916" y="526237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926080" y="5262372"/>
            <a:ext cx="169164" cy="1691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095244" y="526237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264408" y="526237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433572" y="526237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602736" y="526237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771900" y="526237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941064" y="526237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110228" y="526237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279392" y="526237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20040" y="5431536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Bladder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34440" y="543153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403604" y="543153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572768" y="543153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741932" y="5431536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911095" y="543153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2080260" y="543153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2249424" y="543153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418588" y="5431536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587752" y="543153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756916" y="543153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926080" y="543153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095244" y="543153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264408" y="5431536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433572" y="543153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3602736" y="5431536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3771900" y="543153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941064" y="543153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110228" y="543153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279392" y="543153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20040" y="5600700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Leukemia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234440" y="560070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403604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572768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741932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911095" y="5600700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080260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249424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418588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2587752" y="560070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2756916" y="560070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2926080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095244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264408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433572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3602736" y="560070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771900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941064" y="560070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110228" y="560070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279392" y="560070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20040" y="5769864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Prostate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234440" y="576986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403604" y="576986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572768" y="5769864"/>
            <a:ext cx="169164" cy="1691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741932" y="576986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911095" y="576986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2080260" y="5769864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2249424" y="5769864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2418588" y="576986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587752" y="576986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756916" y="576986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2926080" y="576986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3095244" y="576986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3264408" y="5769864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3433572" y="576986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3602736" y="576986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3771900" y="576986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3941064" y="576986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4110228" y="576986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279392" y="5769864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20040" y="5939028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Breast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234440" y="593902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403604" y="593902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572768" y="5939028"/>
            <a:ext cx="169164" cy="1691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741932" y="5939028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911095" y="593902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080260" y="5939028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2249424" y="5939028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2418588" y="5939028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2587752" y="5939028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2756916" y="593902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2926080" y="5939028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3095244" y="5939028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3264408" y="5939028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3433572" y="5939028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3602736" y="5939028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3771900" y="5939028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3941064" y="5939028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10228" y="5939028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279392" y="5939028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20040" y="6108192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Cervical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234440" y="610819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403604" y="610819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572768" y="6108192"/>
            <a:ext cx="169164" cy="1691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741932" y="6108192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911095" y="610819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2080260" y="610819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2249424" y="610819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418588" y="6108192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587752" y="610819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2756916" y="610819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2926080" y="610819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3095244" y="6108192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3264408" y="610819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3433572" y="610819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3602736" y="610819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3771900" y="610819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3941064" y="610819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110228" y="610819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279392" y="610819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320040" y="6277356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Brain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234440" y="627735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403604" y="627735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572768" y="6277356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741932" y="627735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911095" y="6277356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080260" y="6277356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2249424" y="6277356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2418588" y="627735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2587752" y="6277356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2756916" y="627735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2926080" y="627735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3095244" y="627735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3264408" y="627735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3433572" y="627735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3602736" y="627735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3771900" y="627735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3941064" y="6277356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4110228" y="627735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279392" y="627735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320040" y="6446520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Myeloma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1234440" y="644652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403604" y="644652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572768" y="644652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741932" y="6446520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911095" y="644652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2080260" y="644652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2249424" y="644652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2418588" y="644652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2587752" y="6446520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2756916" y="6446520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2926080" y="644652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3095244" y="6446520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3264408" y="6446520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3433572" y="6446520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3602736" y="6446520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3771900" y="6446520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3941064" y="6446520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4110228" y="6446520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4279392" y="6446520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320040" y="6615684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Endometrial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234440" y="661568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403604" y="661568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572768" y="6615684"/>
            <a:ext cx="169164" cy="16916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741932" y="6615684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911095" y="661568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080260" y="661568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249424" y="6615684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2418588" y="6615684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2587752" y="6615684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2756916" y="661568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2926080" y="6615684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095244" y="6615684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264408" y="661568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433572" y="6615684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602736" y="6615684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3771900" y="6615684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941064" y="6615684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4110228" y="6615684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4279392" y="6615684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320040" y="6784848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Lung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234440" y="678484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403604" y="678484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572768" y="678484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741932" y="6784848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911095" y="678484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2080260" y="678484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2249424" y="6784848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2418588" y="6784848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2587752" y="6784848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2756916" y="6784848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2926080" y="6784848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3095244" y="6784848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3264408" y="6784848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3433572" y="6784848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3602736" y="6784848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3771900" y="6784848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3941064" y="6784848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4110228" y="6784848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4279392" y="6784848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320040" y="6954012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Pancreatic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234440" y="695401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403604" y="695401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572768" y="695401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741932" y="695401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911095" y="695401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080260" y="695401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2249424" y="695401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2418588" y="695401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2587752" y="695401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2756916" y="695401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2926080" y="695401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3095244" y="695401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3264408" y="6954012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433572" y="695401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3602736" y="695401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3771900" y="6954012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3941064" y="695401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4110228" y="695401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4279392" y="6954012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320040" y="7123176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Stomach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1234440" y="712317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403604" y="712317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572768" y="712317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741932" y="712317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911095" y="712317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2080260" y="7123176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2249424" y="712317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418588" y="712317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2587752" y="712317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2756916" y="712317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2926080" y="7123176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3095244" y="712317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3264408" y="712317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3433572" y="7123176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3602736" y="712317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3771900" y="7123176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3941064" y="7123176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4110228" y="7123176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4279392" y="7123176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320040" y="7292340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Thyroid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1234440" y="729234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403604" y="729234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572768" y="7292340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741932" y="7292340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911095" y="729234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2080260" y="7292340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2249424" y="7292340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2418588" y="7292340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2587752" y="7292340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2756916" y="7292340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2926080" y="7292340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3095244" y="7292340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3264408" y="7292340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3433572" y="7292340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3602736" y="7292340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3771900" y="7292340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3941064" y="7292340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4110228" y="7292340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4279392" y="7292340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320040" y="7461504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Esophageal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1234440" y="746150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403604" y="746150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572768" y="746150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741932" y="7461504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911095" y="7461504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2080260" y="7461504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2249424" y="7461504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2418588" y="7461504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2587752" y="7461504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2756916" y="7461504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2926080" y="7461504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3095244" y="7461504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3264408" y="7461504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3433572" y="7461504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3602736" y="7461504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3771900" y="7461504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3941064" y="7461504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4110228" y="7461504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4279392" y="7461504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320040" y="7630668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Liver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1234440" y="763066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403604" y="763066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572768" y="7630668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741932" y="7630668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911095" y="7630668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2080260" y="7630668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2249424" y="7630668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2418588" y="7630668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2587752" y="7630668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2756916" y="7630668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2926080" y="7630668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3095244" y="7630668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3264408" y="7630668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3433572" y="7630668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3602736" y="7630668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3771900" y="7630668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3941064" y="7630668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4110228" y="7630668"/>
            <a:ext cx="169164" cy="169164"/>
          </a:xfrm>
          <a:prstGeom prst="rect">
            <a:avLst/>
          </a:prstGeom>
          <a:solidFill>
            <a:srgbClr val="7A90A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4279392" y="7630668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320040" y="7799832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Colorectal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1234440" y="779983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403604" y="779983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572768" y="779983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741932" y="779983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911095" y="779983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2080260" y="7799832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2249424" y="7799832"/>
            <a:ext cx="169164" cy="169164"/>
          </a:xfrm>
          <a:prstGeom prst="rect">
            <a:avLst/>
          </a:prstGeom>
          <a:solidFill>
            <a:srgbClr val="E4E8E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2418588" y="779983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2587752" y="779983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2756916" y="779983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2926080" y="7799832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3095244" y="7799832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3264408" y="7799832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3433572" y="7799832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3602736" y="7799832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3771900" y="7799832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3941064" y="7799832"/>
            <a:ext cx="169164" cy="169164"/>
          </a:xfrm>
          <a:prstGeom prst="rect">
            <a:avLst/>
          </a:prstGeom>
          <a:solidFill>
            <a:srgbClr val="7A90A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4110228" y="7799832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4279392" y="7799832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320040" y="7968996"/>
            <a:ext cx="850392" cy="1691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>
                <a:solidFill>
                  <a:srgbClr val="222222"/>
                </a:solidFill>
                <a:latin typeface="Arial"/>
              </a:rPr>
              <a:t>Ovarian</a:t>
            </a:r>
          </a:p>
        </p:txBody>
      </p:sp>
      <p:sp>
        <p:nvSpPr>
          <p:cNvPr id="451" name="Rectangle 450"/>
          <p:cNvSpPr/>
          <p:nvPr/>
        </p:nvSpPr>
        <p:spPr>
          <a:xfrm>
            <a:off x="1234440" y="796899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403604" y="796899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572768" y="796899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741932" y="796899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911095" y="7968996"/>
            <a:ext cx="169164" cy="169164"/>
          </a:xfrm>
          <a:prstGeom prst="rect">
            <a:avLst/>
          </a:prstGeom>
          <a:solidFill>
            <a:srgbClr val="F2F4F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2080260" y="796899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2249424" y="7968996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2418588" y="796899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2587752" y="796899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2756916" y="7968996"/>
            <a:ext cx="169164" cy="169164"/>
          </a:xfrm>
          <a:prstGeom prst="rect">
            <a:avLst/>
          </a:prstGeom>
          <a:solidFill>
            <a:srgbClr val="D3DAE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2926080" y="7968996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3095244" y="796899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3264408" y="7968996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3433572" y="7968996"/>
            <a:ext cx="169164" cy="169164"/>
          </a:xfrm>
          <a:prstGeom prst="rect">
            <a:avLst/>
          </a:prstGeom>
          <a:solidFill>
            <a:srgbClr val="95A6C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3602736" y="796899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3771900" y="7968996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3941064" y="7968996"/>
            <a:ext cx="169164" cy="169164"/>
          </a:xfrm>
          <a:prstGeom prst="rect">
            <a:avLst/>
          </a:prstGeom>
          <a:solidFill>
            <a:srgbClr val="ADBAC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4110228" y="7968996"/>
            <a:ext cx="169164" cy="169164"/>
          </a:xfrm>
          <a:prstGeom prst="rect">
            <a:avLst/>
          </a:prstGeom>
          <a:solidFill>
            <a:srgbClr val="C1CBD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4279392" y="7968996"/>
            <a:ext cx="169164" cy="169164"/>
          </a:xfrm>
          <a:prstGeom prst="rect">
            <a:avLst/>
          </a:prstGeom>
          <a:solidFill>
            <a:srgbClr val="08306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1234440" y="8183880"/>
            <a:ext cx="3214116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  <a:latin typeface="Arial"/>
              </a:rPr>
              <a:t>Columns in the same order as rows</a:t>
            </a:r>
          </a:p>
        </p:txBody>
      </p:sp>
      <p:sp>
        <p:nvSpPr>
          <p:cNvPr id="471" name="Rectangle 470"/>
          <p:cNvSpPr/>
          <p:nvPr/>
        </p:nvSpPr>
        <p:spPr>
          <a:xfrm>
            <a:off x="4677156" y="4924044"/>
            <a:ext cx="137160" cy="37987"/>
          </a:xfrm>
          <a:prstGeom prst="rect">
            <a:avLst/>
          </a:prstGeom>
          <a:solidFill>
            <a:srgbClr val="083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4677156" y="4960202"/>
            <a:ext cx="137160" cy="37987"/>
          </a:xfrm>
          <a:prstGeom prst="rect">
            <a:avLst/>
          </a:prstGeom>
          <a:solidFill>
            <a:srgbClr val="0E3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4677156" y="4996361"/>
            <a:ext cx="137160" cy="37987"/>
          </a:xfrm>
          <a:prstGeom prst="rect">
            <a:avLst/>
          </a:prstGeom>
          <a:solidFill>
            <a:srgbClr val="143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4677156" y="5032520"/>
            <a:ext cx="137160" cy="37987"/>
          </a:xfrm>
          <a:prstGeom prst="rect">
            <a:avLst/>
          </a:prstGeom>
          <a:solidFill>
            <a:srgbClr val="1B40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4677156" y="5068679"/>
            <a:ext cx="137160" cy="37987"/>
          </a:xfrm>
          <a:prstGeom prst="rect">
            <a:avLst/>
          </a:prstGeom>
          <a:solidFill>
            <a:srgbClr val="21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4677156" y="5104838"/>
            <a:ext cx="137160" cy="37987"/>
          </a:xfrm>
          <a:prstGeom prst="rect">
            <a:avLst/>
          </a:prstGeom>
          <a:solidFill>
            <a:srgbClr val="274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4677156" y="5140996"/>
            <a:ext cx="137160" cy="37987"/>
          </a:xfrm>
          <a:prstGeom prst="rect">
            <a:avLst/>
          </a:prstGeom>
          <a:solidFill>
            <a:srgbClr val="2D4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4677156" y="5177155"/>
            <a:ext cx="137160" cy="37987"/>
          </a:xfrm>
          <a:prstGeom prst="rect">
            <a:avLst/>
          </a:prstGeom>
          <a:solidFill>
            <a:srgbClr val="335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4677156" y="5213314"/>
            <a:ext cx="137160" cy="37987"/>
          </a:xfrm>
          <a:prstGeom prst="rect">
            <a:avLst/>
          </a:prstGeom>
          <a:solidFill>
            <a:srgbClr val="39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4677156" y="5249473"/>
            <a:ext cx="137160" cy="37987"/>
          </a:xfrm>
          <a:prstGeom prst="rect">
            <a:avLst/>
          </a:prstGeom>
          <a:solidFill>
            <a:srgbClr val="405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4677156" y="5285632"/>
            <a:ext cx="137160" cy="37987"/>
          </a:xfrm>
          <a:prstGeom prst="rect">
            <a:avLst/>
          </a:prstGeom>
          <a:solidFill>
            <a:srgbClr val="466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4677156" y="5321790"/>
            <a:ext cx="137160" cy="37987"/>
          </a:xfrm>
          <a:prstGeom prst="rect">
            <a:avLst/>
          </a:prstGeom>
          <a:solidFill>
            <a:srgbClr val="4C6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4677156" y="5357949"/>
            <a:ext cx="137160" cy="37987"/>
          </a:xfrm>
          <a:prstGeom prst="rect">
            <a:avLst/>
          </a:prstGeom>
          <a:solidFill>
            <a:srgbClr val="526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4677156" y="5394108"/>
            <a:ext cx="137160" cy="37987"/>
          </a:xfrm>
          <a:prstGeom prst="rect">
            <a:avLst/>
          </a:prstGeom>
          <a:solidFill>
            <a:srgbClr val="587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4677156" y="5430267"/>
            <a:ext cx="137160" cy="37987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4677156" y="5466426"/>
            <a:ext cx="137160" cy="37987"/>
          </a:xfrm>
          <a:prstGeom prst="rect">
            <a:avLst/>
          </a:prstGeom>
          <a:solidFill>
            <a:srgbClr val="65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4677156" y="5502584"/>
            <a:ext cx="137160" cy="37987"/>
          </a:xfrm>
          <a:prstGeom prst="rect">
            <a:avLst/>
          </a:prstGeom>
          <a:solidFill>
            <a:srgbClr val="6B8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4677156" y="5538743"/>
            <a:ext cx="137160" cy="37987"/>
          </a:xfrm>
          <a:prstGeom prst="rect">
            <a:avLst/>
          </a:prstGeom>
          <a:solidFill>
            <a:srgbClr val="718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4677156" y="5574902"/>
            <a:ext cx="137160" cy="37987"/>
          </a:xfrm>
          <a:prstGeom prst="rect">
            <a:avLst/>
          </a:prstGeom>
          <a:solidFill>
            <a:srgbClr val="778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4677156" y="5611061"/>
            <a:ext cx="137160" cy="37987"/>
          </a:xfrm>
          <a:prstGeom prst="rect">
            <a:avLst/>
          </a:prstGeom>
          <a:solidFill>
            <a:srgbClr val="7D92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4677156" y="5647220"/>
            <a:ext cx="137160" cy="37987"/>
          </a:xfrm>
          <a:prstGeom prst="rect">
            <a:avLst/>
          </a:prstGeom>
          <a:solidFill>
            <a:srgbClr val="849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4677156" y="5683378"/>
            <a:ext cx="137160" cy="37987"/>
          </a:xfrm>
          <a:prstGeom prst="rect">
            <a:avLst/>
          </a:prstGeom>
          <a:solidFill>
            <a:srgbClr val="8A9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4677156" y="5719537"/>
            <a:ext cx="137160" cy="37987"/>
          </a:xfrm>
          <a:prstGeom prst="rect">
            <a:avLst/>
          </a:prstGeom>
          <a:solidFill>
            <a:srgbClr val="90A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4677156" y="5755696"/>
            <a:ext cx="137160" cy="37987"/>
          </a:xfrm>
          <a:prstGeom prst="rect">
            <a:avLst/>
          </a:prstGeom>
          <a:solidFill>
            <a:srgbClr val="96A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4677156" y="5791855"/>
            <a:ext cx="137160" cy="37987"/>
          </a:xfrm>
          <a:prstGeom prst="rect">
            <a:avLst/>
          </a:prstGeom>
          <a:solidFill>
            <a:srgbClr val="9CA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4677156" y="5828014"/>
            <a:ext cx="137160" cy="37987"/>
          </a:xfrm>
          <a:prstGeom prst="rect">
            <a:avLst/>
          </a:prstGeom>
          <a:solidFill>
            <a:srgbClr val="A2B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4677156" y="5864172"/>
            <a:ext cx="137160" cy="37987"/>
          </a:xfrm>
          <a:prstGeom prst="rect">
            <a:avLst/>
          </a:prstGeom>
          <a:solidFill>
            <a:srgbClr val="A9B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4677156" y="5900331"/>
            <a:ext cx="137160" cy="37987"/>
          </a:xfrm>
          <a:prstGeom prst="rect">
            <a:avLst/>
          </a:prstGeom>
          <a:solidFill>
            <a:srgbClr val="AFB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4677156" y="5936490"/>
            <a:ext cx="137160" cy="37987"/>
          </a:xfrm>
          <a:prstGeom prst="rect">
            <a:avLst/>
          </a:prstGeom>
          <a:solidFill>
            <a:srgbClr val="B5C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4677156" y="5972649"/>
            <a:ext cx="137160" cy="37987"/>
          </a:xfrm>
          <a:prstGeom prst="rect">
            <a:avLst/>
          </a:prstGeom>
          <a:solidFill>
            <a:srgbClr val="BBC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4677156" y="6008808"/>
            <a:ext cx="137160" cy="37987"/>
          </a:xfrm>
          <a:prstGeom prst="rect">
            <a:avLst/>
          </a:prstGeom>
          <a:solidFill>
            <a:srgbClr val="C1C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4677156" y="6044966"/>
            <a:ext cx="137160" cy="37987"/>
          </a:xfrm>
          <a:prstGeom prst="rect">
            <a:avLst/>
          </a:prstGeom>
          <a:solidFill>
            <a:srgbClr val="C7D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4677156" y="6081125"/>
            <a:ext cx="137160" cy="37987"/>
          </a:xfrm>
          <a:prstGeom prst="rect">
            <a:avLst/>
          </a:prstGeom>
          <a:solidFill>
            <a:srgbClr val="CED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4677156" y="6117284"/>
            <a:ext cx="137160" cy="37987"/>
          </a:xfrm>
          <a:prstGeom prst="rect">
            <a:avLst/>
          </a:prstGeom>
          <a:solidFill>
            <a:srgbClr val="D4D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4677156" y="6153443"/>
            <a:ext cx="137160" cy="37987"/>
          </a:xfrm>
          <a:prstGeom prst="rect">
            <a:avLst/>
          </a:prstGeom>
          <a:solidFill>
            <a:srgbClr val="DA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4677156" y="6189602"/>
            <a:ext cx="137160" cy="37987"/>
          </a:xfrm>
          <a:prstGeom prst="rect">
            <a:avLst/>
          </a:prstGeom>
          <a:solidFill>
            <a:srgbClr val="E0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4677156" y="6225760"/>
            <a:ext cx="137160" cy="37987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4677156" y="6261919"/>
            <a:ext cx="137160" cy="37987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4677156" y="6298078"/>
            <a:ext cx="137160" cy="37987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4677156" y="6334237"/>
            <a:ext cx="137160" cy="37987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4677156" y="4924044"/>
            <a:ext cx="137160" cy="1446352"/>
          </a:xfrm>
          <a:prstGeom prst="rect">
            <a:avLst/>
          </a:prstGeom>
          <a:noFill/>
          <a:ln w="63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4860036" y="4869180"/>
            <a:ext cx="3657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4860036" y="6297244"/>
            <a:ext cx="3657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0.0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4677156" y="6644716"/>
            <a:ext cx="100584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OncoDigger: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mean Jaccard 0.165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range 0.000–0.538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4677156" y="7284796"/>
            <a:ext cx="10058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Pooled-corpus control:</a:t>
            </a:r>
          </a:p>
          <a:p>
            <a:pPr algn="l"/>
            <a:r>
              <a:rPr sz="800" b="0">
                <a:solidFill>
                  <a:srgbClr val="222222"/>
                </a:solidFill>
                <a:latin typeface="Arial"/>
              </a:rPr>
              <a:t>1.0 for every pair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